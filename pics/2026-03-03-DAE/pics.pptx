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54" y="-4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BF93DE-C599-FE5F-E7D3-AF3F1EC06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43DDD02-3B3D-6A52-7892-6C62BB742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ko-KR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F207B6-9EE6-C97A-014E-C981FF482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5633-DAC4-4ED6-A2FE-1AB7663788C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350A7E-D677-E86B-38FE-C58910A8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B5FACC-EC13-1661-72C4-1C535EE5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6715-D45E-43DB-8ECC-F3ED0CAEC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29CE99-8BFF-7952-9350-3DC55F92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31EE76-739B-7720-8478-4BFC29856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37C1D0-CA15-D729-D27F-449674A7A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5633-DAC4-4ED6-A2FE-1AB7663788C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7D1D06-0D99-9320-1C5A-6369E36D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D34370-6B39-C920-E28B-56EB853B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6715-D45E-43DB-8ECC-F3ED0CAEC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545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E42E03-DD5B-2D1A-7AD5-AD458116F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5F73B2-CB94-9383-7AC0-46FF11AB3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AD3A4E-FF26-F101-F3AC-F8F853B5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5633-DAC4-4ED6-A2FE-1AB7663788C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62533E-DA23-FC0B-34F8-9BB898FE7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DC0980-E19E-2547-6EF0-9D8C09FB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6715-D45E-43DB-8ECC-F3ED0CAEC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03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635B09-4A85-25D1-A83E-C5C49A0D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AA5E43-E67D-A771-2A0C-B5048FAF0F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9FC7390-C419-EFE7-46A0-DFC956755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25F28D-0E42-797D-45B4-EFCA2FBA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5633-DAC4-4ED6-A2FE-1AB7663788C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F98A76-1230-2615-5704-0E70D23B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80CAA3-BAD8-DDF6-1565-5335C69E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6715-D45E-43DB-8ECC-F3ED0CAEC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841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4C71B5-2236-D4FF-3901-414766F51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20DA35-E4E7-21D6-DFA9-E69313119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A0469A-26B4-5538-18B3-E6B57D361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8988482-09AB-E9A8-A173-E911CE468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720F231-0AB6-8FA7-9F75-8593B8BEB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0F77C1E-C096-26CF-4740-8A9864C6E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5633-DAC4-4ED6-A2FE-1AB7663788C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83F5937-652F-4DF8-C5F0-E5FD655A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AA48732-A7DD-8A76-A72B-39DA0632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6715-D45E-43DB-8ECC-F3ED0CAEC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435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3257E7-6FD5-90B2-647F-939A8E99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51192BB-4F5F-6EEA-AE2F-F1777E35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5633-DAC4-4ED6-A2FE-1AB7663788C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C475F89-58E9-7FE4-3504-D64D4144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8318AB1-0D60-564C-6683-1069ACC7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6715-D45E-43DB-8ECC-F3ED0CAEC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63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14C7AE9-F14D-40F4-7730-E0887FE3F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5633-DAC4-4ED6-A2FE-1AB7663788C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FF0CD29-84DA-7698-3919-8820B0F9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9C1E96-4948-FE8E-2929-6304BE77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6715-D45E-43DB-8ECC-F3ED0CAEC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57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A2DF6-4B76-D4E3-2F59-80C8015B1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93A421-BE62-5A08-372C-A929C8DB0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2C6186-2E4C-FCE4-C9BE-039E405D5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CEDBCC-00B0-7951-AAEC-C7623FDC2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5633-DAC4-4ED6-A2FE-1AB7663788C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B44F37-5AAF-BD69-7184-B164278E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3FCDF8-A6F3-8C59-85FB-9ED852C5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6715-D45E-43DB-8ECC-F3ED0CAEC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244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46D33-C5B6-4404-080C-FB6269A7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32885F-CA31-A149-4322-6FDA384A05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A37D92-13E2-5C68-EA5D-D1E09C2BE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9AA64D-1C41-8EF3-6A1B-69179BE49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5633-DAC4-4ED6-A2FE-1AB7663788C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80BFA5-F014-CA9D-B498-B5D12C63E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C15268-9EB2-96D8-FC99-266264C0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6715-D45E-43DB-8ECC-F3ED0CAEC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514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8F3F9F-C8C8-EE89-2CCE-F48B4A46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541E71-388E-DFD2-693B-521B6DBD7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443D05-2283-DA1D-A3C0-F025CAA2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5633-DAC4-4ED6-A2FE-1AB7663788C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FB4949-93E1-147E-F473-93D0F30B2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FF76B1-6C64-E7D0-55C9-5DB06D1B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6715-D45E-43DB-8ECC-F3ED0CAEC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799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F9CF96B-4F4E-10BD-CC7F-500AC3816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F45A71B-1114-F70C-0D2E-87F94F31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749CAC-FF7C-69AA-A300-5330564F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45633-DAC4-4ED6-A2FE-1AB7663788C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78A022-8EAB-E163-C258-4F33666C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A52B2F-5A9C-D5BE-CB51-DA837A554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6715-D45E-43DB-8ECC-F3ED0CAEC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358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D2E4D35-E36B-46B9-3E46-7ED56A7C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8DD099-44BD-7704-CCD1-7685EA5C9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BCE56C-9588-0233-A817-CBD917DF16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45633-DAC4-4ED6-A2FE-1AB7663788C4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F66A79-7756-2CCF-B0A2-C4F35D4F57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02222F-00B1-AD55-3EF8-978CD3589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56715-D45E-43DB-8ECC-F3ED0CAEC5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3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2E4A00D5-52C2-E92B-191B-633E64652F87}"/>
              </a:ext>
            </a:extLst>
          </p:cNvPr>
          <p:cNvGrpSpPr/>
          <p:nvPr/>
        </p:nvGrpSpPr>
        <p:grpSpPr>
          <a:xfrm>
            <a:off x="3270913" y="1343770"/>
            <a:ext cx="3431512" cy="3378149"/>
            <a:chOff x="3270913" y="1343770"/>
            <a:chExt cx="3431512" cy="3378149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CF2DE6A-EEA2-6205-34E9-50CF21CB69EC}"/>
                </a:ext>
              </a:extLst>
            </p:cNvPr>
            <p:cNvSpPr/>
            <p:nvPr/>
          </p:nvSpPr>
          <p:spPr>
            <a:xfrm>
              <a:off x="3644269" y="1343770"/>
              <a:ext cx="2597781" cy="448636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577B6C57-B203-02C9-1A6C-3EEAB17F6418}"/>
                </a:ext>
              </a:extLst>
            </p:cNvPr>
            <p:cNvCxnSpPr>
              <a:cxnSpLocks/>
            </p:cNvCxnSpPr>
            <p:nvPr/>
          </p:nvCxnSpPr>
          <p:spPr>
            <a:xfrm>
              <a:off x="3270913" y="1792406"/>
              <a:ext cx="34315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791625BE-B630-8ADA-C636-1E71529F47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20162" y="1792406"/>
              <a:ext cx="1307538" cy="19245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矢印: 右 17">
              <a:extLst>
                <a:ext uri="{FF2B5EF4-FFF2-40B4-BE49-F238E27FC236}">
                  <a16:creationId xmlns:a16="http://schemas.microsoft.com/office/drawing/2014/main" id="{29F46F1B-E0C1-1FDB-8D8F-F80BA80CF1E8}"/>
                </a:ext>
              </a:extLst>
            </p:cNvPr>
            <p:cNvSpPr/>
            <p:nvPr/>
          </p:nvSpPr>
          <p:spPr>
            <a:xfrm rot="18264544">
              <a:off x="4225303" y="3228212"/>
              <a:ext cx="903353" cy="239179"/>
            </a:xfrm>
            <a:prstGeom prst="right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95D6A59E-4FD0-1CC2-018B-8DB6203F1474}"/>
                    </a:ext>
                  </a:extLst>
                </p:cNvPr>
                <p:cNvSpPr txBox="1"/>
                <p:nvPr/>
              </p:nvSpPr>
              <p:spPr>
                <a:xfrm rot="18223124">
                  <a:off x="4477702" y="3179804"/>
                  <a:ext cx="892296" cy="29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accent2"/>
                      </a:solidFill>
                    </a:rPr>
                    <a:t>Tension,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</m:oMath>
                  </a14:m>
                  <a:endParaRPr lang="ko-KR" altLang="en-US" sz="12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95D6A59E-4FD0-1CC2-018B-8DB6203F14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223124">
                  <a:off x="4477702" y="3179804"/>
                  <a:ext cx="892296" cy="299441"/>
                </a:xfrm>
                <a:prstGeom prst="rect">
                  <a:avLst/>
                </a:prstGeom>
                <a:blipFill>
                  <a:blip r:embed="rId2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4CA54B1B-9AD0-F12B-06AF-FD6DF8F86901}"/>
                </a:ext>
              </a:extLst>
            </p:cNvPr>
            <p:cNvCxnSpPr>
              <a:cxnSpLocks/>
            </p:cNvCxnSpPr>
            <p:nvPr/>
          </p:nvCxnSpPr>
          <p:spPr>
            <a:xfrm>
              <a:off x="4420161" y="3726480"/>
              <a:ext cx="577289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2922871A-EE77-2CBC-7F4C-D1AFBEF5C7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0162" y="2994025"/>
              <a:ext cx="0" cy="71911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9FF0044F-D8AE-56D3-82D7-E8EBC1F09A3B}"/>
                    </a:ext>
                  </a:extLst>
                </p:cNvPr>
                <p:cNvSpPr txBox="1"/>
                <p:nvPr/>
              </p:nvSpPr>
              <p:spPr>
                <a:xfrm>
                  <a:off x="4876294" y="3528475"/>
                  <a:ext cx="4861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9FF0044F-D8AE-56D3-82D7-E8EBC1F09A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294" y="3528475"/>
                  <a:ext cx="48615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EE608CAE-95C0-EEC6-FCD7-C61F065EB06A}"/>
                    </a:ext>
                  </a:extLst>
                </p:cNvPr>
                <p:cNvSpPr txBox="1"/>
                <p:nvPr/>
              </p:nvSpPr>
              <p:spPr>
                <a:xfrm>
                  <a:off x="4177081" y="2628507"/>
                  <a:ext cx="493790" cy="3912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EE608CAE-95C0-EEC6-FCD7-C61F065EB0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7081" y="2628507"/>
                  <a:ext cx="493790" cy="391261"/>
                </a:xfrm>
                <a:prstGeom prst="rect">
                  <a:avLst/>
                </a:prstGeom>
                <a:blipFill>
                  <a:blip r:embed="rId4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B52DCA9A-B202-38EF-E930-F2A650E0154C}"/>
                </a:ext>
              </a:extLst>
            </p:cNvPr>
            <p:cNvCxnSpPr>
              <a:cxnSpLocks/>
            </p:cNvCxnSpPr>
            <p:nvPr/>
          </p:nvCxnSpPr>
          <p:spPr>
            <a:xfrm>
              <a:off x="4427073" y="3732191"/>
              <a:ext cx="0" cy="71911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15F8C3BC-E0E8-F3D3-346F-1FCA587F0B35}"/>
                </a:ext>
              </a:extLst>
            </p:cNvPr>
            <p:cNvSpPr/>
            <p:nvPr/>
          </p:nvSpPr>
          <p:spPr>
            <a:xfrm rot="3895403">
              <a:off x="4313253" y="3610047"/>
              <a:ext cx="213816" cy="2138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C3EF601B-A1C3-1657-FB00-6891E5313A42}"/>
                </a:ext>
              </a:extLst>
            </p:cNvPr>
            <p:cNvSpPr txBox="1"/>
            <p:nvPr/>
          </p:nvSpPr>
          <p:spPr>
            <a:xfrm>
              <a:off x="4053714" y="4414142"/>
              <a:ext cx="7328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gravity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62837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Angelo Yeo</dc:creator>
  <cp:lastModifiedBy>Angelo Yeo</cp:lastModifiedBy>
  <cp:revision>2</cp:revision>
  <dcterms:created xsi:type="dcterms:W3CDTF">2026-03-03T00:56:26Z</dcterms:created>
  <dcterms:modified xsi:type="dcterms:W3CDTF">2026-03-03T04:29:39Z</dcterms:modified>
</cp:coreProperties>
</file>